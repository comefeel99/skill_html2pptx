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1" Type="http://schemas.openxmlformats.org/officeDocument/2006/relationships/image" Target="../media/image-7-21.png"/><Relationship Id="rId22" Type="http://schemas.openxmlformats.org/officeDocument/2006/relationships/image" Target="../media/image-7-22.png"/><Relationship Id="rId23" Type="http://schemas.openxmlformats.org/officeDocument/2006/relationships/image" Target="../media/image-7-23.png"/><Relationship Id="rId24" Type="http://schemas.openxmlformats.org/officeDocument/2006/relationships/image" Target="../media/image-7-24.png"/><Relationship Id="rId25" Type="http://schemas.openxmlformats.org/officeDocument/2006/relationships/image" Target="../media/image-7-25.png"/><Relationship Id="rId26" Type="http://schemas.openxmlformats.org/officeDocument/2006/relationships/image" Target="../media/image-7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https://picture-search.skywork.ai/aippt/image/sheet/5b80969d4b5709ad5086c8844dadce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000250"/>
            <a:ext cx="9144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914400" y="2305050"/>
            <a:ext cx="3136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spcAft>
                <a:spcPts val="12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914400" y="3028950"/>
            <a:ext cx="71884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Premier DMC for CIS Countries &amp; Turkey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14400" y="3638550"/>
            <a:ext cx="586148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3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Journeys. Unmatched Expertise. Shared Success.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4362450"/>
            <a:ext cx="2846636" cy="495300"/>
          </a:xfrm>
          <a:prstGeom prst="roundRect">
            <a:avLst>
              <a:gd name="adj" fmla="val 15385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143000" y="4476750"/>
            <a:ext cx="24372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B2B &amp; Partner Presentation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14400" y="6134100"/>
            <a:ext cx="8053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2025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145042" y="6172200"/>
            <a:ext cx="17088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200" dirty="0"/>
          </a:p>
        </p:txBody>
      </p:sp>
      <p:pic>
        <p:nvPicPr>
          <p:cNvPr id="12" name="Image 1" descr="/var/folders/ky/3gqyhkyd7k16pwqdw48v0k400000gn/T/icon-bg-at8nlsf2v-17674521803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Image 2" descr="/var/folders/ky/3gqyhkyd7k16pwqdw48v0k400000gn/T/icon-icon-rg2s4v3ty-17674521805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0" y="6200775"/>
            <a:ext cx="95250" cy="152400"/>
          </a:xfrm>
          <a:prstGeom prst="rect">
            <a:avLst/>
          </a:prstGeom>
        </p:spPr>
      </p:pic>
      <p:pic>
        <p:nvPicPr>
          <p:cNvPr id="14" name="Image 3" descr="/var/folders/ky/3gqyhkyd7k16pwqdw48v0k400000gn/T/icon-icon-9p0kbp3id-176745218055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250" y="6200775"/>
            <a:ext cx="1333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8527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About Dook Travels: The CIS Pioneers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didn't just enter the market—we created it. Since 2010, Dook Travels has been the trailblazer introducing CIS destinations like Uzbekistan and Russia to the Indian &amp; South Asian market. Our journey has been defined by innovation, trust, and a commitment to providing unparalleled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7788" y="2776538"/>
            <a:ext cx="94392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Lakh+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763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 have explored with us, experiencing the magic of the CIS region.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434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624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1588" y="2776538"/>
            <a:ext cx="9202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10100" y="3252788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agents trust Dook Travels to deliver exceptional value and service.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772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80962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72513" y="2776538"/>
            <a:ext cx="59598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439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rely on us for their incentive tours and business travel needs.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4471988"/>
            <a:ext cx="10972800" cy="1533525"/>
          </a:xfrm>
          <a:prstGeom prst="roundRect">
            <a:avLst>
              <a:gd name="adj" fmla="val 496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09600" y="4491038"/>
            <a:ext cx="109728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200" y="4738688"/>
            <a:ext cx="107259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8200" y="5157788"/>
            <a:ext cx="10725912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provide unparalleled value, seamless execution, and authentic travel experiences across our specialized destinations.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678096" y="6400800"/>
            <a:ext cx="291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2/12</a:t>
            </a:r>
            <a:endParaRPr lang="en-US" sz="1200" dirty="0"/>
          </a:p>
        </p:txBody>
      </p:sp>
      <p:pic>
        <p:nvPicPr>
          <p:cNvPr id="23" name="Image 0" descr="/var/folders/ky/3gqyhkyd7k16pwqdw48v0k400000gn/T/icon-icon-ls8974u4b-17674521815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776538"/>
            <a:ext cx="357188" cy="285750"/>
          </a:xfrm>
          <a:prstGeom prst="rect">
            <a:avLst/>
          </a:prstGeom>
        </p:spPr>
      </p:pic>
      <p:pic>
        <p:nvPicPr>
          <p:cNvPr id="24" name="Image 1" descr="/var/folders/ky/3gqyhkyd7k16pwqdw48v0k400000gn/T/icon-icon-cyng8mhvb-17674521816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776538"/>
            <a:ext cx="357188" cy="285750"/>
          </a:xfrm>
          <a:prstGeom prst="rect">
            <a:avLst/>
          </a:prstGeom>
        </p:spPr>
      </p:pic>
      <p:pic>
        <p:nvPicPr>
          <p:cNvPr id="25" name="Image 2" descr="/var/folders/ky/3gqyhkyd7k16pwqdw48v0k400000gn/T/icon-icon-00iy4hn2r-176745218166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0" y="2776538"/>
            <a:ext cx="214313" cy="285750"/>
          </a:xfrm>
          <a:prstGeom prst="rect">
            <a:avLst/>
          </a:prstGeom>
        </p:spPr>
      </p:pic>
      <p:pic>
        <p:nvPicPr>
          <p:cNvPr id="26" name="Image 3" descr="/var/folders/ky/3gqyhkyd7k16pwqdw48v0k400000gn/T/icon-icon-0tict04ot-17674521817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  <p:pic>
        <p:nvPicPr>
          <p:cNvPr id="27" name="Image 4" descr="/var/folders/ky/3gqyhkyd7k16pwqdw48v0k400000gn/T/icon-icon-0tict04ot-176745218178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61443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Journey of Innovation &amp; Growth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humble beginnings to becoming the undisputed leader in CIS &amp; Turkey tourism, Dook Travels has evolved through decades of innovation, expansion, and technological advancement.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971800"/>
            <a:ext cx="10972800" cy="381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050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20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620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07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2010-2011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07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Beginning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0788" y="4524375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Pioneered group tours to Uzbekistan &amp; Russia, opening a new frontier for Indian travelers.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82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052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5052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139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2012-2016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139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 Expansion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7139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Systematically expanded our footprint across the CIS, adding Kazakhstan, Georgia, Armenia, and Azerbaijan.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914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484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2484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571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2017-2020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571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 Diversification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571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Strengthened our MICE &amp; Corporate travel division, becoming the go-to expert for large-scale incentive tours.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1346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9916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89916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003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2023 &amp; Beyond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2003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 &amp; New Horizons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200388" y="4524375"/>
            <a:ext cx="2020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Launched our state-of-the-art B2B booking portal and expanded our portfolio to include Turkey and key Eastern European destinations.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680180" y="6400800"/>
            <a:ext cx="288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3/12</a:t>
            </a:r>
            <a:endParaRPr lang="en-US" sz="1200" dirty="0"/>
          </a:p>
        </p:txBody>
      </p:sp>
      <p:pic>
        <p:nvPicPr>
          <p:cNvPr id="32" name="Image 0" descr="/var/folders/ky/3gqyhkyd7k16pwqdw48v0k400000gn/T/icon-icon-qxaw03782-17674521827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750" y="3248025"/>
            <a:ext cx="342900" cy="342900"/>
          </a:xfrm>
          <a:prstGeom prst="rect">
            <a:avLst/>
          </a:prstGeom>
        </p:spPr>
      </p:pic>
      <p:pic>
        <p:nvPicPr>
          <p:cNvPr id="33" name="Image 1" descr="/var/folders/ky/3gqyhkyd7k16pwqdw48v0k400000gn/T/icon-icon-kvp50fi2f-17674521828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2950" y="3248025"/>
            <a:ext cx="342900" cy="342900"/>
          </a:xfrm>
          <a:prstGeom prst="rect">
            <a:avLst/>
          </a:prstGeom>
        </p:spPr>
      </p:pic>
      <p:pic>
        <p:nvPicPr>
          <p:cNvPr id="34" name="Image 2" descr="/var/folders/ky/3gqyhkyd7k16pwqdw48v0k400000gn/T/icon-icon-y1j4ypae1-176745218286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719" y="3248025"/>
            <a:ext cx="385763" cy="342900"/>
          </a:xfrm>
          <a:prstGeom prst="rect">
            <a:avLst/>
          </a:prstGeom>
        </p:spPr>
      </p:pic>
      <p:pic>
        <p:nvPicPr>
          <p:cNvPr id="35" name="Image 3" descr="/var/folders/ky/3gqyhkyd7k16pwqdw48v0k400000gn/T/icon-icon-2ilqxjvca-176745218293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9350" y="3248025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584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Advantage: Why We Lead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 establishes its market leadership through four key pillars that deliver superior value and exceptional service to our partners and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8200" y="2476500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81150" y="2476500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Expertise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81150" y="2857500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 years of specialized, on-the-ground experience in a region others are just discovering.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84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84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476500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48513" y="2476500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48513" y="2857500"/>
            <a:ext cx="42893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Fully-owned offices, transport fleets, and even our own Indian restaurants in key destinations.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096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8200" y="4257675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509713" y="4257675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09713" y="4638675"/>
            <a:ext cx="42893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understanding of the needs of the Indian traveler—from cuisine to comfort—and deliver solutions no one else can.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84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2484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7000" y="4257675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219950" y="4257675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Service Ecosystem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19950" y="4638675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partner for everything: FIT, Group Tours, MICE, Visas, and more.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661279" y="6400800"/>
            <a:ext cx="308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4/12</a:t>
            </a:r>
            <a:endParaRPr lang="en-US" sz="1200" dirty="0"/>
          </a:p>
        </p:txBody>
      </p:sp>
      <p:pic>
        <p:nvPicPr>
          <p:cNvPr id="27" name="Image 0" descr="/var/folders/ky/3gqyhkyd7k16pwqdw48v0k400000gn/T/icon-icon-5ev4twkbl-17674521839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2647950"/>
            <a:ext cx="285750" cy="285750"/>
          </a:xfrm>
          <a:prstGeom prst="rect">
            <a:avLst/>
          </a:prstGeom>
        </p:spPr>
      </p:pic>
      <p:pic>
        <p:nvPicPr>
          <p:cNvPr id="28" name="Image 1" descr="/var/folders/ky/3gqyhkyd7k16pwqdw48v0k400000gn/T/icon-icon-7e03z19lc-17674521840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47950"/>
            <a:ext cx="214313" cy="285750"/>
          </a:xfrm>
          <a:prstGeom prst="rect">
            <a:avLst/>
          </a:prstGeom>
        </p:spPr>
      </p:pic>
      <p:pic>
        <p:nvPicPr>
          <p:cNvPr id="29" name="Image 2" descr="/var/folders/ky/3gqyhkyd7k16pwqdw48v0k400000gn/T/icon-icon-m2t4b05cz-176745218406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4429125"/>
            <a:ext cx="214313" cy="285750"/>
          </a:xfrm>
          <a:prstGeom prst="rect">
            <a:avLst/>
          </a:prstGeom>
        </p:spPr>
      </p:pic>
      <p:pic>
        <p:nvPicPr>
          <p:cNvPr id="30" name="Image 3" descr="/var/folders/ky/3gqyhkyd7k16pwqdw48v0k400000gn/T/icon-icon-ptjirh5sc-17674521841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4291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1248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351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Unmatched Expertise in the CIS &amp; Turkey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Destination mastery is in our DNA. For over a decade, we've been pioneering journeys across the CIS and Turkey, developing specialized knowledge and innovative approaches that set us apart.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219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3950" y="2409825"/>
            <a:ext cx="23607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Innovation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828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constantly "invent" new travel circuits and experiences, moving beyond standard itineraries to offer authentic, memorable journeys that showcase the unique aspects of each destination.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" y="4124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8650" y="4124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1100" y="4314825"/>
            <a:ext cx="2264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Logistical Prowess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8200" y="4733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specialize in complex, multi-country tours, ensuring a seamless and hassle-free experience for groups and FITs alike. Our expertise lies in coordinating elaborate itineraries across borders with precision.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6029325"/>
            <a:ext cx="5372100" cy="1485900"/>
          </a:xfrm>
          <a:prstGeom prst="roundRect">
            <a:avLst>
              <a:gd name="adj" fmla="val 512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28650" y="6029325"/>
            <a:ext cx="0" cy="14859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9675" y="6219825"/>
            <a:ext cx="28135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Local Knowledge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8200" y="6638925"/>
            <a:ext cx="50520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teams possess intimate knowledge of the culture, logistics, and hidden gems of every destination we operate in. This allows us to provide authentic experiences that others miss.</a:t>
            </a:r>
            <a:endParaRPr lang="en-US" sz="1200" dirty="0"/>
          </a:p>
        </p:txBody>
      </p:sp>
      <p:pic>
        <p:nvPicPr>
          <p:cNvPr id="18" name="Image 0" descr="https://picture-search.skywork.ai/aippt/image/sheet/750562dc633564e178440be2947f77b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0300" y="3581102"/>
            <a:ext cx="5372100" cy="222929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210300" y="5810399"/>
            <a:ext cx="5372100" cy="3429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234303" y="5886599"/>
            <a:ext cx="53240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Registan Square, Samarkand - One of our many mastered destinations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680031" y="7667625"/>
            <a:ext cx="289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5/12</a:t>
            </a:r>
            <a:endParaRPr lang="en-US" sz="1200" dirty="0"/>
          </a:p>
        </p:txBody>
      </p:sp>
      <p:pic>
        <p:nvPicPr>
          <p:cNvPr id="22" name="Image 1" descr="/var/folders/ky/3gqyhkyd7k16pwqdw48v0k400000gn/T/icon-icon-489m1ef0q-17674521851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38400"/>
            <a:ext cx="171450" cy="228600"/>
          </a:xfrm>
          <a:prstGeom prst="rect">
            <a:avLst/>
          </a:prstGeom>
        </p:spPr>
      </p:pic>
      <p:pic>
        <p:nvPicPr>
          <p:cNvPr id="23" name="Image 2" descr="/var/folders/ky/3gqyhkyd7k16pwqdw48v0k400000gn/T/icon-icon-9y9gr71ls-176745218517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343400"/>
            <a:ext cx="228600" cy="228600"/>
          </a:xfrm>
          <a:prstGeom prst="rect">
            <a:avLst/>
          </a:prstGeom>
        </p:spPr>
      </p:pic>
      <p:pic>
        <p:nvPicPr>
          <p:cNvPr id="24" name="Image 3" descr="/var/folders/ky/3gqyhkyd7k16pwqdw48v0k400000gn/T/icon-icon-82px8aa1q-17674521852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6248400"/>
            <a:ext cx="257175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1037357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On-Ground Infrastructure: Your Assurance of Quality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We're not just present—we're invested. Dook Travels has established robust on-the-ground infrastructure to ensure seamless execution of every travel program in the CIS region.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6300" y="2371725"/>
            <a:ext cx="514350" cy="647700"/>
          </a:xfrm>
          <a:prstGeom prst="roundRect">
            <a:avLst>
              <a:gd name="adj" fmla="val 18516667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04950" y="2543175"/>
            <a:ext cx="220906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Physical Presence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6300" y="3171825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Fully-staffed offices in 9+ countries across the CIS region, including: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6300" y="4505325"/>
            <a:ext cx="3070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real-time, on-the-ground support.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434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624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0100" y="2371725"/>
            <a:ext cx="542925" cy="647700"/>
          </a:xfrm>
          <a:prstGeom prst="roundRect">
            <a:avLst>
              <a:gd name="adj" fmla="val 17542105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67325" y="2543175"/>
            <a:ext cx="23059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 Restaurants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10100" y="3171825"/>
            <a:ext cx="3070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are one of the only DMCs to operate our 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 chain of Indian restaurants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in key CIS locations, solving the number one concern for Indian travelers.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38700" y="4467225"/>
            <a:ext cx="22099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taste of home, guaranteed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772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0962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2371725"/>
            <a:ext cx="628650" cy="647700"/>
          </a:xfrm>
          <a:prstGeom prst="roundRect">
            <a:avLst>
              <a:gd name="adj" fmla="val 1515000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086850" y="2390775"/>
            <a:ext cx="2312289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 Relationships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43900" y="3171825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Long-standing, exclusive relationships with the best hotels and transport providers, ensuring: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72500" y="4010025"/>
            <a:ext cx="11333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Priority service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72500" y="4314825"/>
            <a:ext cx="263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 rates for our partners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09600" y="5267325"/>
            <a:ext cx="10972800" cy="9525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09600" y="5286375"/>
            <a:ext cx="109728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0150" y="5495925"/>
            <a:ext cx="1039558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assurance of quality: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Dook Travels' robust infrastructure provides a level of support and service that other DMCs simply cannot match.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671846" y="6400800"/>
            <a:ext cx="2973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6/12</a:t>
            </a:r>
            <a:endParaRPr lang="en-US" sz="1200" dirty="0"/>
          </a:p>
        </p:txBody>
      </p:sp>
      <p:pic>
        <p:nvPicPr>
          <p:cNvPr id="29" name="Image 0" descr="/var/folders/ky/3gqyhkyd7k16pwqdw48v0k400000gn/T/icon-icon-rrgix6r5p-176745218624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2543175"/>
            <a:ext cx="171450" cy="304800"/>
          </a:xfrm>
          <a:prstGeom prst="rect">
            <a:avLst/>
          </a:prstGeom>
        </p:spPr>
      </p:pic>
      <p:pic>
        <p:nvPicPr>
          <p:cNvPr id="30" name="Image 1" descr="/var/folders/ky/3gqyhkyd7k16pwqdw48v0k400000gn/T/icon-icon-oo6pcdv29-17674521863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2543175"/>
            <a:ext cx="200025" cy="304800"/>
          </a:xfrm>
          <a:prstGeom prst="rect">
            <a:avLst/>
          </a:prstGeom>
        </p:spPr>
      </p:pic>
      <p:pic>
        <p:nvPicPr>
          <p:cNvPr id="31" name="Image 2" descr="/var/folders/ky/3gqyhkyd7k16pwqdw48v0k400000gn/T/icon-icon-07p9cay8w-176745218636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0" y="4505325"/>
            <a:ext cx="152400" cy="152400"/>
          </a:xfrm>
          <a:prstGeom prst="rect">
            <a:avLst/>
          </a:prstGeom>
        </p:spPr>
      </p:pic>
      <p:pic>
        <p:nvPicPr>
          <p:cNvPr id="32" name="Image 3" descr="/var/folders/ky/3gqyhkyd7k16pwqdw48v0k400000gn/T/icon-icon-k0oev05g9-176745218642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5350" y="2543175"/>
            <a:ext cx="285750" cy="304800"/>
          </a:xfrm>
          <a:prstGeom prst="rect">
            <a:avLst/>
          </a:prstGeom>
        </p:spPr>
      </p:pic>
      <p:pic>
        <p:nvPicPr>
          <p:cNvPr id="33" name="Image 4" descr="/var/folders/ky/3gqyhkyd7k16pwqdw48v0k400000gn/T/icon-icon-himp782tb-176745218648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3900" y="4048125"/>
            <a:ext cx="152400" cy="152400"/>
          </a:xfrm>
          <a:prstGeom prst="rect">
            <a:avLst/>
          </a:prstGeom>
        </p:spPr>
      </p:pic>
      <p:pic>
        <p:nvPicPr>
          <p:cNvPr id="34" name="Image 5" descr="/var/folders/ky/3gqyhkyd7k16pwqdw48v0k400000gn/T/icon-icon-bijzw7w6b-176745218653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3900" y="4352925"/>
            <a:ext cx="152400" cy="152400"/>
          </a:xfrm>
          <a:prstGeom prst="rect">
            <a:avLst/>
          </a:prstGeom>
        </p:spPr>
      </p:pic>
      <p:pic>
        <p:nvPicPr>
          <p:cNvPr id="35" name="Image 6" descr="/var/folders/ky/3gqyhkyd7k16pwqdw48v0k400000gn/T/icon-icon-73j1jdi2p-176745218658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" y="56102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86680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Comprehensive Solutions for Every Travel Need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one-stop solution for all travel requirements, tailored to each segment's unique needs.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09688" y="2000250"/>
            <a:ext cx="213270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Largest portfolio of fixed departures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Customizable FITs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 confirmations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82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572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Streamline operations with our powerful B2B booking portal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434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434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0613" y="2000250"/>
            <a:ext cx="1799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pic>
        <p:nvPicPr>
          <p:cNvPr id="16" name="Image 0" descr="https://picture-search.skywork.ai/aippt/image/sheet/2d77e86ba1b72bd0ea07c14986ab2b6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476500"/>
            <a:ext cx="3048000" cy="1219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572000" y="3810000"/>
            <a:ext cx="304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Proven expertise in incentive tours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Offsites and conferences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0" y="45339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4591050" y="45339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24400" y="46482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Flawless execution for 500+ leading companies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772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80772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77288" y="2000250"/>
            <a:ext cx="1564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3058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All-inclusive holiday packages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Value-driven pricing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Authentic Indian meals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3058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83248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582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Worry-free travel with premium hotels and flights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11683008" y="6400800"/>
            <a:ext cx="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7/12</a:t>
            </a:r>
            <a:endParaRPr lang="en-US" sz="1200" dirty="0"/>
          </a:p>
        </p:txBody>
      </p:sp>
      <p:pic>
        <p:nvPicPr>
          <p:cNvPr id="29" name="Image 1" descr="/var/folders/ky/3gqyhkyd7k16pwqdw48v0k400000gn/T/icon-icon-w0c2ajtnn-176745218765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00250"/>
            <a:ext cx="357188" cy="285750"/>
          </a:xfrm>
          <a:prstGeom prst="rect">
            <a:avLst/>
          </a:prstGeom>
        </p:spPr>
      </p:pic>
      <p:pic>
        <p:nvPicPr>
          <p:cNvPr id="30" name="Image 2" descr="/var/folders/ky/3gqyhkyd7k16pwqdw48v0k400000gn/T/icon-icon-n0dltp75l-176745218769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1" name="Image 3" descr="/var/folders/ky/3gqyhkyd7k16pwqdw48v0k400000gn/T/icon-icon-ggsdc4bwu-176745218776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2" name="Image 4" descr="/var/folders/ky/3gqyhkyd7k16pwqdw48v0k400000gn/T/icon-icon-0wj9iqrzl-176745218782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3" name="Image 5" descr="/var/folders/ky/3gqyhkyd7k16pwqdw48v0k400000gn/T/icon-icon-n0dltp75l-176745218787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4" name="Image 6" descr="/var/folders/ky/3gqyhkyd7k16pwqdw48v0k400000gn/T/icon-icon-ggsdc4bwu-176745218791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5" name="Image 7" descr="/var/folders/ky/3gqyhkyd7k16pwqdw48v0k400000gn/T/icon-icon-0wj9iqrzl-176745218798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6" name="Image 8" descr="/var/folders/ky/3gqyhkyd7k16pwqdw48v0k400000gn/T/icon-icon-xs7wvvr06-176745218806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7" name="Image 9" descr="/var/folders/ky/3gqyhkyd7k16pwqdw48v0k400000gn/T/icon-icon-xs7wvvr06-176745218812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8" name="Image 10" descr="/var/folders/ky/3gqyhkyd7k16pwqdw48v0k400000gn/T/icon-icon-iztpusx18-1767452188174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2000250"/>
            <a:ext cx="214313" cy="285750"/>
          </a:xfrm>
          <a:prstGeom prst="rect">
            <a:avLst/>
          </a:prstGeom>
        </p:spPr>
      </p:pic>
      <p:pic>
        <p:nvPicPr>
          <p:cNvPr id="39" name="Image 11" descr="/var/folders/ky/3gqyhkyd7k16pwqdw48v0k400000gn/T/icon-icon-z2xo6gt3g-1767452188238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0" name="Image 12" descr="/var/folders/ky/3gqyhkyd7k16pwqdw48v0k400000gn/T/icon-icon-kgtzmxubx-176745218828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1" name="Image 13" descr="/var/folders/ky/3gqyhkyd7k16pwqdw48v0k400000gn/T/icon-icon-z2xo6gt3g-1767452188344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2" name="Image 14" descr="/var/folders/ky/3gqyhkyd7k16pwqdw48v0k400000gn/T/icon-icon-kgtzmxubx-1767452188398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3" name="Image 15" descr="/var/folders/ky/3gqyhkyd7k16pwqdw48v0k400000gn/T/icon-icon-tw2n9vofa-1767452188443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4" name="Image 16" descr="/var/folders/ky/3gqyhkyd7k16pwqdw48v0k400000gn/T/icon-icon-tw2n9vofa-1767452188508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5" name="Image 17" descr="/var/folders/ky/3gqyhkyd7k16pwqdw48v0k400000gn/T/icon-icon-6rfzc94v7-1767452188572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05800" y="2000250"/>
            <a:ext cx="357188" cy="285750"/>
          </a:xfrm>
          <a:prstGeom prst="rect">
            <a:avLst/>
          </a:prstGeom>
        </p:spPr>
      </p:pic>
      <p:pic>
        <p:nvPicPr>
          <p:cNvPr id="46" name="Image 18" descr="/var/folders/ky/3gqyhkyd7k16pwqdw48v0k400000gn/T/icon-icon-z7n7ryntk-1767452188623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47" name="Image 19" descr="/var/folders/ky/3gqyhkyd7k16pwqdw48v0k400000gn/T/icon-icon-r31enfhit-1767452188701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48" name="Image 20" descr="/var/folders/ky/3gqyhkyd7k16pwqdw48v0k400000gn/T/icon-icon-it9nbxb7d-176745218876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49" name="Image 21" descr="/var/folders/ky/3gqyhkyd7k16pwqdw48v0k400000gn/T/icon-icon-z7n7ryntk-1767452188811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50" name="Image 22" descr="/var/folders/ky/3gqyhkyd7k16pwqdw48v0k400000gn/T/icon-icon-r31enfhit-1767452188875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51" name="Image 23" descr="/var/folders/ky/3gqyhkyd7k16pwqdw48v0k400000gn/T/icon-icon-it9nbxb7d-1767452188924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52" name="Image 24" descr="/var/folders/ky/3gqyhkyd7k16pwqdw48v0k400000gn/T/icon-icon-ar60xv6z7-1767452188989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  <p:pic>
        <p:nvPicPr>
          <p:cNvPr id="53" name="Image 25" descr="/var/folders/ky/3gqyhkyd7k16pwqdw48v0k400000gn/T/icon-icon-ar60xv6z7-1767452189039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07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952500"/>
            <a:ext cx="450354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2354" y="609600"/>
            <a:ext cx="1057744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Power of Partnership: Our B2B &amp; Corporate Ecosystem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600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Dook Travels, we believe in building win-win partnerships that drive growth for both parties. Our integrated ecosystem provides comprehensive support for travel agents and tailored solutions for corporate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38200" y="25908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Empowering Our Agent Network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38200" y="3048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857250" y="3048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8700" y="3200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57350" y="3200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Innovative B2B Portal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57350" y="3467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Instantly book flights, hotels, meals, and tours with live inventory and dynamic pricing.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8200" y="42291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857250" y="42291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8700" y="43815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57350" y="43815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Support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57350" y="46482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dedicated account manager for training, support, and query resolution.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8200" y="54102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57250" y="54102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8700" y="55626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657350" y="55626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Best-in-Market Value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57350" y="58293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Unbeatable rates and commissions that help you grow your business.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2590800"/>
            <a:ext cx="49743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 Trusted Choice for Corporate Travel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33528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496050" y="33528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7500" y="35052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96150" y="35052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Tailored MICE Solutions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96150" y="37719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MICE solutions tailored to your company's objectives and budget.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77000" y="45339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496050" y="45339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7500" y="46863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296150" y="46863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Large-Scale Events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96150" y="49530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Expertise in handling incentive tours, conferences, and company offsites with precision and creativity.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77000" y="5715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496050" y="5715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67500" y="5867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296150" y="5867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Seamless Global Coordination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296150" y="6134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point of contact for seamless global coordination of all your travel needs.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9872" y="72009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We Succeed When Our Partners Succeed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1669018" y="7620000"/>
            <a:ext cx="300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8/12</a:t>
            </a:r>
            <a:endParaRPr lang="en-US" sz="1200" dirty="0"/>
          </a:p>
        </p:txBody>
      </p:sp>
      <p:pic>
        <p:nvPicPr>
          <p:cNvPr id="42" name="Image 0" descr="/var/folders/ky/3gqyhkyd7k16pwqdw48v0k400000gn/T/icon-icon-17ia5hfsq-17674521900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3" name="Image 1" descr="/var/folders/ky/3gqyhkyd7k16pwqdw48v0k400000gn/T/icon-icon-17ia5hfsq-176745219010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4" name="Image 2" descr="/var/folders/ky/3gqyhkyd7k16pwqdw48v0k400000gn/T/icon-icon-8m2i8j2sy-176745219017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575" y="3305175"/>
            <a:ext cx="190500" cy="266700"/>
          </a:xfrm>
          <a:prstGeom prst="rect">
            <a:avLst/>
          </a:prstGeom>
        </p:spPr>
      </p:pic>
      <p:pic>
        <p:nvPicPr>
          <p:cNvPr id="45" name="Image 3" descr="/var/folders/ky/3gqyhkyd7k16pwqdw48v0k400000gn/T/icon-icon-393nzxi0m-17674521902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75" y="4486275"/>
            <a:ext cx="190500" cy="266700"/>
          </a:xfrm>
          <a:prstGeom prst="rect">
            <a:avLst/>
          </a:prstGeom>
        </p:spPr>
      </p:pic>
      <p:pic>
        <p:nvPicPr>
          <p:cNvPr id="46" name="Image 4" descr="/var/folders/ky/3gqyhkyd7k16pwqdw48v0k400000gn/T/icon-icon-hlcqnqjlt-176745219028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575" y="5667375"/>
            <a:ext cx="190500" cy="266700"/>
          </a:xfrm>
          <a:prstGeom prst="rect">
            <a:avLst/>
          </a:prstGeom>
        </p:spPr>
      </p:pic>
      <p:pic>
        <p:nvPicPr>
          <p:cNvPr id="47" name="Image 5" descr="/var/folders/ky/3gqyhkyd7k16pwqdw48v0k400000gn/T/icon-icon-son7klybm-17674521903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8" name="Image 6" descr="/var/folders/ky/3gqyhkyd7k16pwqdw48v0k400000gn/T/icon-icon-son7klybm-176745219039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9" name="Image 7" descr="/var/folders/ky/3gqyhkyd7k16pwqdw48v0k400000gn/T/icon-icon-lffwvi302-176745219046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563" y="3609975"/>
            <a:ext cx="238125" cy="266700"/>
          </a:xfrm>
          <a:prstGeom prst="rect">
            <a:avLst/>
          </a:prstGeom>
        </p:spPr>
      </p:pic>
      <p:pic>
        <p:nvPicPr>
          <p:cNvPr id="50" name="Image 8" descr="/var/folders/ky/3gqyhkyd7k16pwqdw48v0k400000gn/T/icon-icon-uhi0ctl3t-176745219051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2281" y="4791075"/>
            <a:ext cx="166688" cy="266700"/>
          </a:xfrm>
          <a:prstGeom prst="rect">
            <a:avLst/>
          </a:prstGeom>
        </p:spPr>
      </p:pic>
      <p:pic>
        <p:nvPicPr>
          <p:cNvPr id="51" name="Image 9" descr="/var/folders/ky/3gqyhkyd7k16pwqdw48v0k400000gn/T/icon-icon-z8wvcnpwd-176745219056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6563" y="5972175"/>
            <a:ext cx="238125" cy="266700"/>
          </a:xfrm>
          <a:prstGeom prst="rect">
            <a:avLst/>
          </a:prstGeom>
        </p:spPr>
      </p:pic>
      <p:pic>
        <p:nvPicPr>
          <p:cNvPr id="52" name="Image 10" descr="/var/folders/ky/3gqyhkyd7k16pwqdw48v0k400000gn/T/icon-icon-cycnz8574-1767452190623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3" name="Image 11" descr="/var/folders/ky/3gqyhkyd7k16pwqdw48v0k400000gn/T/icon-icon-pi6h5854l-1767452190679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  <p:pic>
        <p:nvPicPr>
          <p:cNvPr id="54" name="Image 12" descr="/var/folders/ky/3gqyhkyd7k16pwqdw48v0k400000gn/T/icon-icon-cycnz8574-1767452190748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5" name="Image 13" descr="/var/folders/ky/3gqyhkyd7k16pwqdw48v0k400000gn/T/icon-icon-pi6h5854l-1767452190815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9246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814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Difference: A Clear Comparison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settle for a follower? Partner with the undisputed market leader. Dook Travels stands apart with unique advantages that others simply cannot match.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981200"/>
            <a:ext cx="10972800" cy="3267075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5476875"/>
            <a:ext cx="10972800" cy="838200"/>
          </a:xfrm>
          <a:prstGeom prst="roundRect">
            <a:avLst>
              <a:gd name="adj" fmla="val 9091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28650" y="5476875"/>
            <a:ext cx="0" cy="83820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" y="5629275"/>
            <a:ext cx="1084249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choice is clear: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When you partner with Dook Travels, you gain advantages that simply aren't available elsewhere in the market.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676459" y="6467475"/>
            <a:ext cx="292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9/12</a:t>
            </a:r>
            <a:endParaRPr lang="en-US" sz="1200" dirty="0"/>
          </a:p>
        </p:txBody>
      </p:sp>
      <p:pic>
        <p:nvPicPr>
          <p:cNvPr id="11" name="Image 0" descr="/var/folders/ky/3gqyhkyd7k16pwqdw48v0k400000gn/T/icon-icon-hepcwd3e4-17674521917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12" name="Image 1" descr="/var/folders/ky/3gqyhkyd7k16pwqdw48v0k400000gn/T/icon-icon-o9q0tq5a7-176745219187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13" name="Image 2" descr="/var/folders/ky/3gqyhkyd7k16pwqdw48v0k400000gn/T/icon-icon-9ijuu0ipj-176745219192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14" name="Image 3" descr="/var/folders/ky/3gqyhkyd7k16pwqdw48v0k400000gn/T/icon-icon-zx4h7jdd5-176745219196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15" name="Image 4" descr="/var/folders/ky/3gqyhkyd7k16pwqdw48v0k400000gn/T/icon-icon-v33dhjsoo-176745219203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16" name="Image 5" descr="/var/folders/ky/3gqyhkyd7k16pwqdw48v0k400000gn/T/icon-icon-7qu6ehr0w-176745219208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17" name="Image 6" descr="/var/folders/ky/3gqyhkyd7k16pwqdw48v0k400000gn/T/icon-icon-9zk5baooi-176745219213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18" name="Image 7" descr="/var/folders/ky/3gqyhkyd7k16pwqdw48v0k400000gn/T/icon-icon-nn388b24l-176745219219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19" name="Image 8" descr="/var/folders/ky/3gqyhkyd7k16pwqdw48v0k400000gn/T/icon-icon-uvfjnhonc-176745219225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20" name="Image 9" descr="/var/folders/ky/3gqyhkyd7k16pwqdw48v0k400000gn/T/icon-icon-fspji29i8-176745219230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21" name="Image 10" descr="/var/folders/ky/3gqyhkyd7k16pwqdw48v0k400000gn/T/icon-icon-dcld36uzl-176745219234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22" name="Image 11" descr="/var/folders/ky/3gqyhkyd7k16pwqdw48v0k400000gn/T/icon-icon-1xvgriwab-176745219242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23" name="Image 12" descr="/var/folders/ky/3gqyhkyd7k16pwqdw48v0k400000gn/T/icon-icon-vqwlr9mqg-176745219248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24" name="Image 13" descr="/var/folders/ky/3gqyhkyd7k16pwqdw48v0k400000gn/T/icon-icon-c60f7737q-1767452192538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25" name="Image 14" descr="/var/folders/ky/3gqyhkyd7k16pwqdw48v0k400000gn/T/icon-icon-fx287rsm2-1767452192591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26" name="Image 15" descr="/var/folders/ky/3gqyhkyd7k16pwqdw48v0k400000gn/T/icon-icon-skjffhy4b-1767452192655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27" name="Image 16" descr="/var/folders/ky/3gqyhkyd7k16pwqdw48v0k400000gn/T/icon-icon-f6j4uenk2-1767452192703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28" name="Image 17" descr="/var/folders/ky/3gqyhkyd7k16pwqdw48v0k400000gn/T/icon-icon-g29sn3edx-176745219276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29" name="Image 18" descr="/var/folders/ky/3gqyhkyd7k16pwqdw48v0k400000gn/T/icon-icon-ft40d9zn3-1767452192816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30" name="Image 19" descr="/var/folders/ky/3gqyhkyd7k16pwqdw48v0k400000gn/T/icon-icon-y7daps6sr-1767452192863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  <p:pic>
        <p:nvPicPr>
          <p:cNvPr id="31" name="Image 20" descr="/var/folders/ky/3gqyhkyd7k16pwqdw48v0k400000gn/T/icon-icon-y7daps6sr-1767452192931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32882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Legacy of Trust &amp; Success in Numbers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2365248" y="1295400"/>
            <a:ext cx="746150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numbers don't just tell a story—they prove our commitment to delivering exceptional travel experiences and building lasting partnerships.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1820" y="2971800"/>
            <a:ext cx="22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500,000+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97992" y="3505200"/>
            <a:ext cx="1234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4976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953494" y="2857500"/>
            <a:ext cx="184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06281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 Partners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9007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1701" y="2857500"/>
            <a:ext cx="1191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30312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Served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30380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72251" y="2857500"/>
            <a:ext cx="1150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250+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543435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Professionals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7069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189964" y="2857500"/>
            <a:ext cx="788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783747" y="3390900"/>
            <a:ext cx="158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Years of Market Leadership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4381500"/>
            <a:ext cx="8534400" cy="1295400"/>
          </a:xfrm>
          <a:prstGeom prst="roundRect">
            <a:avLst>
              <a:gd name="adj" fmla="val 5882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1828800" y="4400550"/>
            <a:ext cx="85344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76628" y="4648200"/>
            <a:ext cx="8238744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These numbers represent more than just statistics—they represent thousands of successful journeys, meaningful partnerships, and a legacy of trust built on years of expertise in the CIS region.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613356" y="6400800"/>
            <a:ext cx="35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10/12</a:t>
            </a:r>
            <a:endParaRPr lang="en-US" sz="1200" dirty="0"/>
          </a:p>
        </p:txBody>
      </p:sp>
      <p:pic>
        <p:nvPicPr>
          <p:cNvPr id="25" name="Image 0" descr="/var/folders/ky/3gqyhkyd7k16pwqdw48v0k400000gn/T/icon-icon-2yfzpybfe-17674521952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68" y="2495550"/>
            <a:ext cx="428625" cy="342900"/>
          </a:xfrm>
          <a:prstGeom prst="rect">
            <a:avLst/>
          </a:prstGeom>
        </p:spPr>
      </p:pic>
      <p:pic>
        <p:nvPicPr>
          <p:cNvPr id="26" name="Image 1" descr="/var/folders/ky/3gqyhkyd7k16pwqdw48v0k400000gn/T/icon-icon-dtze75gn7-176745219529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229" y="2381250"/>
            <a:ext cx="428625" cy="342900"/>
          </a:xfrm>
          <a:prstGeom prst="rect">
            <a:avLst/>
          </a:prstGeom>
        </p:spPr>
      </p:pic>
      <p:pic>
        <p:nvPicPr>
          <p:cNvPr id="27" name="Image 2" descr="/var/folders/ky/3gqyhkyd7k16pwqdw48v0k400000gn/T/icon-icon-y5r19l7wr-17674521953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264" y="2381250"/>
            <a:ext cx="257175" cy="342900"/>
          </a:xfrm>
          <a:prstGeom prst="rect">
            <a:avLst/>
          </a:prstGeom>
        </p:spPr>
      </p:pic>
      <p:pic>
        <p:nvPicPr>
          <p:cNvPr id="28" name="Image 3" descr="/var/folders/ky/3gqyhkyd7k16pwqdw48v0k400000gn/T/icon-icon-jamg65jwp-176745219542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142" y="2381250"/>
            <a:ext cx="300038" cy="342900"/>
          </a:xfrm>
          <a:prstGeom prst="rect">
            <a:avLst/>
          </a:prstGeom>
        </p:spPr>
      </p:pic>
      <p:pic>
        <p:nvPicPr>
          <p:cNvPr id="29" name="Image 4" descr="/var/folders/ky/3gqyhkyd7k16pwqdw48v0k400000gn/T/icon-icon-btmpldwo7-176745219549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6452" y="2381250"/>
            <a:ext cx="300038" cy="342900"/>
          </a:xfrm>
          <a:prstGeom prst="rect">
            <a:avLst/>
          </a:prstGeom>
        </p:spPr>
      </p:pic>
      <p:pic>
        <p:nvPicPr>
          <p:cNvPr id="30" name="Image 5" descr="/var/folders/ky/3gqyhkyd7k16pwqdw48v0k400000gn/T/icon-icon-9u576kcdb-176745219555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1" name="Image 6" descr="/var/folders/ky/3gqyhkyd7k16pwqdw48v0k400000gn/T/icon-icon-itsr9ud09-176745219561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  <p:pic>
        <p:nvPicPr>
          <p:cNvPr id="32" name="Image 7" descr="/var/folders/ky/3gqyhkyd7k16pwqdw48v0k400000gn/T/icon-icon-9u576kcdb-176745219567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3" name="Image 8" descr="/var/folders/ky/3gqyhkyd7k16pwqdw48v0k400000gn/T/icon-icon-itsr9ud09-176745219572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1723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45125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Partner for Success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Succeed When Our Partners Succeed. Join forces with Dook Travels for mutual growth and unforgettable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55750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822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8229" y="4086225"/>
            <a:ext cx="30570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to unlock the most comprehensive CIS &amp; Turkey product portfolio and drive your business growth.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68701" y="2371725"/>
            <a:ext cx="3454450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368701" y="2390775"/>
            <a:ext cx="345445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485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67328" y="3629025"/>
            <a:ext cx="3057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67328" y="4086225"/>
            <a:ext cx="30571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Challenge us to design your next unforgettable incentive trip, conference, or company offsite.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795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812795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410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32657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26579" y="4086225"/>
            <a:ext cx="30570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Book your next adventure with the confidence that you are traveling with the region's most trusted experts.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9872" y="633412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partners@dooktravels.com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|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www.dooktravels.com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656219" y="6715125"/>
            <a:ext cx="31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11/12</a:t>
            </a:r>
            <a:endParaRPr lang="en-US" sz="1200" dirty="0"/>
          </a:p>
        </p:txBody>
      </p:sp>
      <p:pic>
        <p:nvPicPr>
          <p:cNvPr id="23" name="Image 0" descr="/var/folders/ky/3gqyhkyd7k16pwqdw48v0k400000gn/T/icon-icon-3ggjvik9w-17674521967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2438" y="2847975"/>
            <a:ext cx="428625" cy="342900"/>
          </a:xfrm>
          <a:prstGeom prst="rect">
            <a:avLst/>
          </a:prstGeom>
        </p:spPr>
      </p:pic>
      <p:pic>
        <p:nvPicPr>
          <p:cNvPr id="24" name="Image 1" descr="/var/folders/ky/3gqyhkyd7k16pwqdw48v0k400000gn/T/icon-icon-75bg6xsdt-17674521967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264" y="2847975"/>
            <a:ext cx="257175" cy="342900"/>
          </a:xfrm>
          <a:prstGeom prst="rect">
            <a:avLst/>
          </a:prstGeom>
        </p:spPr>
      </p:pic>
      <p:pic>
        <p:nvPicPr>
          <p:cNvPr id="25" name="Image 2" descr="/var/folders/ky/3gqyhkyd7k16pwqdw48v0k400000gn/T/icon-icon-qzia740zy-176745219683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788" y="2847975"/>
            <a:ext cx="428625" cy="342900"/>
          </a:xfrm>
          <a:prstGeom prst="rect">
            <a:avLst/>
          </a:prstGeom>
        </p:spPr>
      </p:pic>
      <p:pic>
        <p:nvPicPr>
          <p:cNvPr id="26" name="Image 3" descr="/var/folders/ky/3gqyhkyd7k16pwqdw48v0k400000gn/T/icon-icon-ee20uaezq-176745219689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7" name="Image 4" descr="/var/folders/ky/3gqyhkyd7k16pwqdw48v0k400000gn/T/icon-icon-s0qb44k6p-176745219693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  <p:pic>
        <p:nvPicPr>
          <p:cNvPr id="28" name="Image 5" descr="/var/folders/ky/3gqyhkyd7k16pwqdw48v0k400000gn/T/icon-icon-ee20uaezq-176745219700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9" name="Image 6" descr="/var/folders/ky/3gqyhkyd7k16pwqdw48v0k400000gn/T/icon-icon-s0qb44k6p-1767452197047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429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343792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 &amp; Connect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 for your interest in Dook Travels. We look forward to connecting with you and discussing how we can work together to create exceptional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098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3888" y="22098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9675" y="2457450"/>
            <a:ext cx="8376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Website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09675" y="28194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09600" y="3543300"/>
            <a:ext cx="5334000" cy="1371600"/>
          </a:xfrm>
          <a:prstGeom prst="roundRect">
            <a:avLst>
              <a:gd name="adj" fmla="val 555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3888" y="3543300"/>
            <a:ext cx="0" cy="13716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9675" y="3790950"/>
            <a:ext cx="8821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Us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09675" y="41529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Partnerships &amp; MICE: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partners@dooktravels.com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09675" y="44577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General Inquiries: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info@dooktravels.com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600" y="51435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3888" y="51435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9675" y="5391150"/>
            <a:ext cx="6620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09675" y="57531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[Your Primary Contact Number]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48400" y="2209800"/>
            <a:ext cx="53340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7000" y="2438400"/>
            <a:ext cx="4974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Follow Our Journey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69548" y="3314700"/>
            <a:ext cx="7600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Facebook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42950" y="3314700"/>
            <a:ext cx="7989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4152900"/>
            <a:ext cx="5334000" cy="2286000"/>
          </a:xfrm>
          <a:prstGeom prst="roundRect">
            <a:avLst>
              <a:gd name="adj" fmla="val 3333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43815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Ready to Partner with the Best?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4800600"/>
            <a:ext cx="4974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or request a quote for your next business travel program.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770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Unparalleled expertise in CIS &amp; Turkey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9154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First-mover advantage since 2010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70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9154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623179" y="6972300"/>
            <a:ext cx="3470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12/12</a:t>
            </a:r>
            <a:endParaRPr lang="en-US" sz="1200" dirty="0"/>
          </a:p>
        </p:txBody>
      </p:sp>
      <p:pic>
        <p:nvPicPr>
          <p:cNvPr id="31" name="Image 0" descr="/var/folders/ky/3gqyhkyd7k16pwqdw48v0k400000gn/T/icon-icon-ic8ivdgfl-17674521981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775" y="2438400"/>
            <a:ext cx="228600" cy="304800"/>
          </a:xfrm>
          <a:prstGeom prst="rect">
            <a:avLst/>
          </a:prstGeom>
        </p:spPr>
      </p:pic>
      <p:pic>
        <p:nvPicPr>
          <p:cNvPr id="32" name="Image 1" descr="/var/folders/ky/3gqyhkyd7k16pwqdw48v0k400000gn/T/icon-icon-9odltko04-176745219819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3771900"/>
            <a:ext cx="228600" cy="304800"/>
          </a:xfrm>
          <a:prstGeom prst="rect">
            <a:avLst/>
          </a:prstGeom>
        </p:spPr>
      </p:pic>
      <p:pic>
        <p:nvPicPr>
          <p:cNvPr id="33" name="Image 2" descr="/var/folders/ky/3gqyhkyd7k16pwqdw48v0k400000gn/T/icon-icon-ag6969gj9-176745219827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4" name="Image 3" descr="/var/folders/ky/3gqyhkyd7k16pwqdw48v0k400000gn/T/icon-icon-ag6969gj9-176745219834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5" name="Image 4" descr="/var/folders/ky/3gqyhkyd7k16pwqdw48v0k400000gn/T/icon-icon-nuck049je-17674521984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6" name="Image 5" descr="/var/folders/ky/3gqyhkyd7k16pwqdw48v0k400000gn/T/icon-icon-nuck049je-176745219848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7" name="Image 6" descr="/var/folders/ky/3gqyhkyd7k16pwqdw48v0k400000gn/T/icon-icon-myif6p3ry-176745219854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5372100"/>
            <a:ext cx="228600" cy="304800"/>
          </a:xfrm>
          <a:prstGeom prst="rect">
            <a:avLst/>
          </a:prstGeom>
        </p:spPr>
      </p:pic>
      <p:pic>
        <p:nvPicPr>
          <p:cNvPr id="38" name="Image 7" descr="/var/folders/ky/3gqyhkyd7k16pwqdw48v0k400000gn/T/icon-icon-rxzhfr3d1-176745219860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2361" y="2876550"/>
            <a:ext cx="214313" cy="342900"/>
          </a:xfrm>
          <a:prstGeom prst="rect">
            <a:avLst/>
          </a:prstGeom>
        </p:spPr>
      </p:pic>
      <p:pic>
        <p:nvPicPr>
          <p:cNvPr id="39" name="Image 8" descr="/var/folders/ky/3gqyhkyd7k16pwqdw48v0k400000gn/T/icon-icon-ljam2g22j-176745219866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2330" y="2876550"/>
            <a:ext cx="300038" cy="342900"/>
          </a:xfrm>
          <a:prstGeom prst="rect">
            <a:avLst/>
          </a:prstGeom>
        </p:spPr>
      </p:pic>
      <p:pic>
        <p:nvPicPr>
          <p:cNvPr id="40" name="Image 9" descr="/var/folders/ky/3gqyhkyd7k16pwqdw48v0k400000gn/T/icon-icon-ncf1nog0h-176745219872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1" name="Image 10" descr="/var/folders/ky/3gqyhkyd7k16pwqdw48v0k400000gn/T/icon-icon-ncf1nog0h-1767452198789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2" name="Image 11" descr="/var/folders/ky/3gqyhkyd7k16pwqdw48v0k400000gn/T/icon-icon-djte4o6h3-1767452198847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3" name="Image 12" descr="/var/folders/ky/3gqyhkyd7k16pwqdw48v0k400000gn/T/icon-icon-djte4o6h3-176745219890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4" name="Image 13" descr="/var/folders/ky/3gqyhkyd7k16pwqdw48v0k400000gn/T/icon-icon-s63or49ap-1767452198968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5" name="Image 14" descr="/var/folders/ky/3gqyhkyd7k16pwqdw48v0k400000gn/T/icon-icon-s63or49ap-1767452199028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6" name="Image 15" descr="/var/folders/ky/3gqyhkyd7k16pwqdw48v0k400000gn/T/icon-icon-doph5u3xk-1767452199089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  <p:pic>
        <p:nvPicPr>
          <p:cNvPr id="47" name="Image 16" descr="/var/folders/ky/3gqyhkyd7k16pwqdw48v0k400000gn/T/icon-icon-doph5u3xk-1767452199147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2026-01-03T14:56:39Z</dcterms:created>
  <dcterms:modified xsi:type="dcterms:W3CDTF">2026-01-03T14:56:39Z</dcterms:modified>
</cp:coreProperties>
</file>