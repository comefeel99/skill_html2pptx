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934200"/>
  <p:notesSz cx="69342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5031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유지 비용 비교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52500"/>
            <a:ext cx="11503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연료비, 정비비, 보험료, 자동차세 등 두 차량의 유지 비용 분석 및 5년간 총 소유 비용 차이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447800"/>
            <a:ext cx="7289899" cy="3248025"/>
          </a:xfrm>
          <a:prstGeom prst="roundRect">
            <a:avLst>
              <a:gd name="adj" fmla="val 3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676400"/>
            <a:ext cx="6969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유지 비용 항목별 비교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75699" y="1447800"/>
            <a:ext cx="3759101" cy="3248025"/>
          </a:xfrm>
          <a:prstGeom prst="roundRect">
            <a:avLst>
              <a:gd name="adj" fmla="val 3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4299" y="1676400"/>
            <a:ext cx="3367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총 유지 비용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04299" y="2152650"/>
            <a:ext cx="152400" cy="152400"/>
          </a:xfrm>
          <a:prstGeom prst="roundRect">
            <a:avLst>
              <a:gd name="adj" fmla="val 12500"/>
            </a:avLst>
          </a:prstGeom>
          <a:solidFill>
            <a:srgbClr val="BB16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04299" y="2400300"/>
            <a:ext cx="3367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680만원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204299" y="2952750"/>
            <a:ext cx="152400" cy="152400"/>
          </a:xfrm>
          <a:prstGeom prst="roundRect">
            <a:avLst>
              <a:gd name="adj" fmla="val 12500"/>
            </a:avLst>
          </a:prstGeom>
          <a:solidFill>
            <a:srgbClr val="002C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04299" y="3200400"/>
            <a:ext cx="3367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265만원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204299" y="3700463"/>
            <a:ext cx="330190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4299" y="3819525"/>
            <a:ext cx="3367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절감액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04299" y="4124325"/>
            <a:ext cx="3367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415만원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57200" y="4924425"/>
            <a:ext cx="112776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5153025"/>
            <a:ext cx="11036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5년간 총 소유 비용 비교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7950" y="5667375"/>
            <a:ext cx="34456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5년간 총 절감액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27950" y="6010275"/>
            <a:ext cx="34456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2,075만원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127950" y="6467475"/>
            <a:ext cx="344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선택 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7248525"/>
            <a:ext cx="11277600" cy="1447800"/>
          </a:xfrm>
          <a:prstGeom prst="roundRect">
            <a:avLst>
              <a:gd name="adj" fmla="val 526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5800" y="7477125"/>
            <a:ext cx="11036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비용 차이 요인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2500" y="7858125"/>
            <a:ext cx="4978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연료비: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그랜저 하이브리드는 연비가 약 2배 우수하여 연간 133만원 절감 가능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38900" y="7858125"/>
            <a:ext cx="4463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정비비: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신차는 보증기간 내 정비 비용 부담이 적어 연간 110만원 절감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2500" y="8239125"/>
            <a:ext cx="4749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K9은 차량가액과 부품가격이 높아 보험료가 연간 114만원 더 비쌈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8239125"/>
            <a:ext cx="5157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자동차세: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K9(3,342cc)은 그랜저 하이브리드(1,598cc) 대비 세금이 58만원 높음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2026-01-03T06:41:06Z</dcterms:created>
  <dcterms:modified xsi:type="dcterms:W3CDTF">2026-01-03T06:41:06Z</dcterms:modified>
</cp:coreProperties>
</file>