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및 편의성 비교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65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차량의 주행 성능, 연비, 첨단 편의 및 안전 기능 비교 분석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4434780" cy="51435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562100"/>
            <a:ext cx="40571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주행 성능 비교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019300"/>
            <a:ext cx="40571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기아 K9 (2022년식)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438400"/>
            <a:ext cx="39775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V6 3.8L 가솔린 (315마력)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구동방식: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후륜구동 (RWD)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강력한 출력, 안정적인 고속 주행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505200"/>
            <a:ext cx="40571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그랜저 하이브리드 (신차)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3924300"/>
            <a:ext cx="39775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1.6L 터보 + 전기모터 (230마력)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구동방식: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전륜구동 (FWD)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뛰어난 연비, 정숙성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4991100"/>
            <a:ext cx="40571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연비 비교 (km/L)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44380" y="1333500"/>
            <a:ext cx="2103090" cy="51435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https://picture-search.skywork.ai/aippt/image/sheet/b09817d10a1809e2984949d5fdd12ec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780" y="2928938"/>
            <a:ext cx="1798290" cy="1228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78798" y="4309914"/>
            <a:ext cx="18342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디지털 인터페이스가 적용된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현대적인 인테리어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76071" y="1333500"/>
            <a:ext cx="4434929" cy="51435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604671" y="1562100"/>
            <a:ext cx="40572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 및 안전 기능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04671" y="4972050"/>
            <a:ext cx="40572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실질적 가치 평가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04671" y="53149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985671" y="5314950"/>
            <a:ext cx="15816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K9은 고급스러운 승차감과 플래그십 세단의 품격 제공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50611" y="53149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0031611" y="5314950"/>
            <a:ext cx="1581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하이브리드는 최신 기술과 우수한 연비 효율성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04671" y="58102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985671" y="5810250"/>
            <a:ext cx="15816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K9은 넓고 안락한 실내공간으로 뒷좌석 편의성 우수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50611" y="58102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0031611" y="5810250"/>
            <a:ext cx="1581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그랜저는 더 발전된 운전자 보조 시스템 탑재</a:t>
            </a:r>
            <a:endParaRPr lang="en-US" sz="1050" dirty="0"/>
          </a:p>
        </p:txBody>
      </p:sp>
      <p:pic>
        <p:nvPicPr>
          <p:cNvPr id="25" name="Image 1" descr="/var/folders/ky/3gqyhkyd7k16pwqdw48v0k400000gn/T/icon-icon-gwbsmd404-17674224689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81300"/>
            <a:ext cx="152400" cy="152400"/>
          </a:xfrm>
          <a:prstGeom prst="rect">
            <a:avLst/>
          </a:prstGeom>
        </p:spPr>
      </p:pic>
      <p:pic>
        <p:nvPicPr>
          <p:cNvPr id="26" name="Image 2" descr="/var/folders/ky/3gqyhkyd7k16pwqdw48v0k400000gn/T/icon-icon-vb14h3pwl-17674224690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86100"/>
            <a:ext cx="171450" cy="152400"/>
          </a:xfrm>
          <a:prstGeom prst="rect">
            <a:avLst/>
          </a:prstGeom>
        </p:spPr>
      </p:pic>
      <p:pic>
        <p:nvPicPr>
          <p:cNvPr id="27" name="Image 3" descr="/var/folders/ky/3gqyhkyd7k16pwqdw48v0k400000gn/T/icon-icon-614gvwgkj-17674224690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62400"/>
            <a:ext cx="171450" cy="152400"/>
          </a:xfrm>
          <a:prstGeom prst="rect">
            <a:avLst/>
          </a:prstGeom>
        </p:spPr>
      </p:pic>
      <p:pic>
        <p:nvPicPr>
          <p:cNvPr id="28" name="Image 4" descr="/var/folders/ky/3gqyhkyd7k16pwqdw48v0k400000gn/T/icon-icon-lucz4rdbk-176742246912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67200"/>
            <a:ext cx="152400" cy="152400"/>
          </a:xfrm>
          <a:prstGeom prst="rect">
            <a:avLst/>
          </a:prstGeom>
        </p:spPr>
      </p:pic>
      <p:pic>
        <p:nvPicPr>
          <p:cNvPr id="29" name="Image 5" descr="/var/folders/ky/3gqyhkyd7k16pwqdw48v0k400000gn/T/icon-icon-46qcv3zao-176742246917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720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2026-01-03T06:41:09Z</dcterms:created>
  <dcterms:modified xsi:type="dcterms:W3CDTF">2026-01-03T06:41:09Z</dcterms:modified>
</cp:coreProperties>
</file>