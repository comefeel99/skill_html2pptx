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934200"/>
  <p:notesSz cx="69342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11192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BB16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기아 K9 중고차</a:t>
            </a:r>
            <a:pPr algn="l" indent="0" marL="0">
              <a:lnSpc>
                <a:spcPts val="3600"/>
              </a:lnSpc>
              <a:spcAft>
                <a:spcPts val="1200"/>
              </a:spcAft>
              <a:buNone/>
            </a:pPr>
            <a:r>
              <a:rPr lang="en-US" sz="36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vs </a:t>
            </a:r>
            <a:pPr algn="l" indent="0" marL="0">
              <a:lnSpc>
                <a:spcPts val="3600"/>
              </a:lnSpc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002C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현대 그랜저 하이브리드 신차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600" y="1219200"/>
            <a:ext cx="1119225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구매비용, 유지비, 세금 및 장단점 종합 비교 분석</a:t>
            </a:r>
            <a:endParaRPr lang="en-US" sz="1800" dirty="0"/>
          </a:p>
        </p:txBody>
      </p:sp>
      <p:pic>
        <p:nvPicPr>
          <p:cNvPr id="4" name="Image 0" descr="https://picture-search.skywork.ai/aippt/image/sheet/e4096c257e7d6bb83d03f3317382b33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4850" y="1866900"/>
            <a:ext cx="6502301" cy="36574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6202" y="5524500"/>
            <a:ext cx="533400" cy="609600"/>
          </a:xfrm>
          <a:prstGeom prst="roundRect">
            <a:avLst>
              <a:gd name="adj" fmla="val 178553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00334" y="6248400"/>
            <a:ext cx="945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구매 비용 분석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282702" y="5524500"/>
            <a:ext cx="533400" cy="609600"/>
          </a:xfrm>
          <a:prstGeom prst="roundRect">
            <a:avLst>
              <a:gd name="adj" fmla="val 178553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3076834" y="6248400"/>
            <a:ext cx="945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유지 비용 비교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759202" y="5524500"/>
            <a:ext cx="533400" cy="609600"/>
          </a:xfrm>
          <a:prstGeom prst="roundRect">
            <a:avLst>
              <a:gd name="adj" fmla="val 178553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553334" y="6248400"/>
            <a:ext cx="945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세금 및 보험료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35702" y="5524500"/>
            <a:ext cx="533400" cy="609600"/>
          </a:xfrm>
          <a:prstGeom prst="roundRect">
            <a:avLst>
              <a:gd name="adj" fmla="val 178553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8029834" y="6248400"/>
            <a:ext cx="945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성능 및 편의성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810875" y="5524500"/>
            <a:ext cx="476250" cy="609600"/>
          </a:xfrm>
          <a:prstGeom prst="roundRect">
            <a:avLst>
              <a:gd name="adj" fmla="val 1999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10504932" y="6248400"/>
            <a:ext cx="1088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구매 결정 가이드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2026-01-03T06:41:01Z</dcterms:created>
  <dcterms:modified xsi:type="dcterms:W3CDTF">2026-01-03T06:41:01Z</dcterms:modified>
</cp:coreProperties>
</file>