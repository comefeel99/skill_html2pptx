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8305800"/>
  <p:notesSz cx="83058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결정을 위한 체크리스트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비용, 유지비, 사용 목적, 선호도 등 구매 결정 시 고려해야 할 핵심 요소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7366099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7700" y="1638300"/>
            <a:ext cx="71248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구매 비용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1550" y="2095500"/>
            <a:ext cx="2427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선택 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1550" y="2324100"/>
            <a:ext cx="2427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 부담이 적음 (약 4,500만원)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40300" y="2095500"/>
            <a:ext cx="2284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선택 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40300" y="2324100"/>
            <a:ext cx="22845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비용 부담이 큼 (약 5,055만원)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7366099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7700" y="3162300"/>
            <a:ext cx="71248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유지 비용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1550" y="3619500"/>
            <a:ext cx="295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선택 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1550" y="3848100"/>
            <a:ext cx="295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유지비 약 680만원 (5년간 약 3,400만원)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0300" y="3619500"/>
            <a:ext cx="295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선택 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40300" y="3848100"/>
            <a:ext cx="2959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연간 유지비 약 265만원 (5년간 약 1,325만원)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95800"/>
            <a:ext cx="7366099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700" y="4686300"/>
            <a:ext cx="71248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주행 성능 및 편의성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1550" y="5143500"/>
            <a:ext cx="3076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선택 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1550" y="5372100"/>
            <a:ext cx="3076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V6 엔진 (315마력), 안정적 고속 주행, 고급스러운 실내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40300" y="5143500"/>
            <a:ext cx="2803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선택 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40300" y="5372100"/>
            <a:ext cx="28030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기술, 뛰어난 연비 (15.7km/L), 정숙성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248400"/>
            <a:ext cx="7366099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700" y="6438900"/>
            <a:ext cx="71248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내구성 및 보증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1550" y="6896100"/>
            <a:ext cx="277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선택 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71550" y="7124700"/>
            <a:ext cx="277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부품 보증 만료, 소모품 교체 시기 도래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40300" y="6896100"/>
            <a:ext cx="3076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선택 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40300" y="7124700"/>
            <a:ext cx="3076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보증 신규 적용, 하이브리드 부품 10년 보증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51899" y="1447800"/>
            <a:ext cx="3682901" cy="4343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0" descr="https://picture-search.skywork.ai/aippt/image/sheet/864deb4e83c2b652d2336cd6ad8415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99" y="1600200"/>
            <a:ext cx="3378101" cy="217929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04299" y="3931890"/>
            <a:ext cx="34456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목적별 추천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204299" y="4274790"/>
            <a:ext cx="266700" cy="381000"/>
          </a:xfrm>
          <a:prstGeom prst="roundRect">
            <a:avLst>
              <a:gd name="adj" fmla="val 35710714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8585299" y="4274790"/>
            <a:ext cx="30570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추천: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업무용, 의전용으로 차량의 '격'이 중요한 경우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04299" y="4846290"/>
            <a:ext cx="304800" cy="381000"/>
          </a:xfrm>
          <a:prstGeom prst="roundRect">
            <a:avLst>
              <a:gd name="adj" fmla="val 31246875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8623399" y="4846290"/>
            <a:ext cx="30181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추천: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장거리 출퇴근, 연비와 최신 기술 선호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51899" y="5943600"/>
            <a:ext cx="3682901" cy="1905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  <a:effectLst>
            <a:outerShdw sx="100000" sy="100000" kx="0" ky="0" algn="bl" rotWithShape="0" blurRad="101600" dist="50800" dir="16200000">
              <a:srgbClr val="FFFFFF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8242399" y="6134100"/>
            <a:ext cx="3367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결정 포인트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8242399" y="6515100"/>
            <a:ext cx="330190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소유 계획: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유리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소유 계획: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유리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주행거리가 많을수록: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유리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플래그십 가치 중시: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유리</a:t>
            </a:r>
            <a:endParaRPr lang="en-US" sz="1200" dirty="0"/>
          </a:p>
        </p:txBody>
      </p:sp>
      <p:pic>
        <p:nvPicPr>
          <p:cNvPr id="38" name="Image 1" descr="/var/folders/ky/3gqyhkyd7k16pwqdw48v0k400000gn/T/icon-icon-uvynhrfny-176742247233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676400"/>
            <a:ext cx="214313" cy="190500"/>
          </a:xfrm>
          <a:prstGeom prst="rect">
            <a:avLst/>
          </a:prstGeom>
        </p:spPr>
      </p:pic>
      <p:pic>
        <p:nvPicPr>
          <p:cNvPr id="39" name="Image 2" descr="/var/folders/ky/3gqyhkyd7k16pwqdw48v0k400000gn/T/icon-icon-f2f49yret-176742247240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3200400"/>
            <a:ext cx="190500" cy="190500"/>
          </a:xfrm>
          <a:prstGeom prst="rect">
            <a:avLst/>
          </a:prstGeom>
        </p:spPr>
      </p:pic>
      <p:pic>
        <p:nvPicPr>
          <p:cNvPr id="40" name="Image 3" descr="/var/folders/ky/3gqyhkyd7k16pwqdw48v0k400000gn/T/icon-icon-hjthi9oup-176742247247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4724400"/>
            <a:ext cx="238125" cy="190500"/>
          </a:xfrm>
          <a:prstGeom prst="rect">
            <a:avLst/>
          </a:prstGeom>
        </p:spPr>
      </p:pic>
      <p:pic>
        <p:nvPicPr>
          <p:cNvPr id="41" name="Image 4" descr="/var/folders/ky/3gqyhkyd7k16pwqdw48v0k400000gn/T/icon-icon-k9alc3t2v-176742247252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6477000"/>
            <a:ext cx="190500" cy="190500"/>
          </a:xfrm>
          <a:prstGeom prst="rect">
            <a:avLst/>
          </a:prstGeom>
        </p:spPr>
      </p:pic>
      <p:pic>
        <p:nvPicPr>
          <p:cNvPr id="42" name="Image 5" descr="/var/folders/ky/3gqyhkyd7k16pwqdw48v0k400000gn/T/icon-icon-2lmsgqtl1-176742247258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2399" y="6553200"/>
            <a:ext cx="133350" cy="152400"/>
          </a:xfrm>
          <a:prstGeom prst="rect">
            <a:avLst/>
          </a:prstGeom>
        </p:spPr>
      </p:pic>
      <p:pic>
        <p:nvPicPr>
          <p:cNvPr id="43" name="Image 6" descr="/var/folders/ky/3gqyhkyd7k16pwqdw48v0k400000gn/T/icon-icon-posh8g4yr-176742247265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399" y="6858000"/>
            <a:ext cx="133350" cy="152400"/>
          </a:xfrm>
          <a:prstGeom prst="rect">
            <a:avLst/>
          </a:prstGeom>
        </p:spPr>
      </p:pic>
      <p:pic>
        <p:nvPicPr>
          <p:cNvPr id="44" name="Image 7" descr="/var/folders/ky/3gqyhkyd7k16pwqdw48v0k400000gn/T/icon-icon-vlggwo0ho-176742247272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2399" y="7162800"/>
            <a:ext cx="133350" cy="152400"/>
          </a:xfrm>
          <a:prstGeom prst="rect">
            <a:avLst/>
          </a:prstGeom>
        </p:spPr>
      </p:pic>
      <p:pic>
        <p:nvPicPr>
          <p:cNvPr id="45" name="Image 8" descr="/var/folders/ky/3gqyhkyd7k16pwqdw48v0k400000gn/T/icon-icon-n4ncp1kw3-1767422472767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2399" y="746760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2026-01-03T06:41:13Z</dcterms:created>
  <dcterms:modified xsi:type="dcterms:W3CDTF">2026-01-03T06:41:13Z</dcterms:modified>
</cp:coreProperties>
</file>