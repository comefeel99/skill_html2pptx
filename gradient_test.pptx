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Current Impl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457200"/>
            <a:ext cx="3657600" cy="914400"/>
          </a:xfrm>
          <a:prstGeom prst="rect">
            <a:avLst/>
          </a:prstGeom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Hypothesis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2026-01-06T04:25:20Z</dcterms:created>
  <dcterms:modified xsi:type="dcterms:W3CDTF">2026-01-06T04:25:20Z</dcterms:modified>
</cp:coreProperties>
</file>