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934200"/>
  <p:notesSz cx="69342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5031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신차 구매 비용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52500"/>
            <a:ext cx="11503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트림별 가격과 세제 혜택, 등록비용을 포함한 총구매 비용 분석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447800"/>
            <a:ext cx="55184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트림별 판매 가격 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(세제 혜택 후)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05000"/>
            <a:ext cx="54102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0" y="2095500"/>
            <a:ext cx="715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7700" y="2438400"/>
            <a:ext cx="5129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기본형 트림, 필수 편의 기능 탑재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5410200" cy="1219200"/>
          </a:xfrm>
          <a:prstGeom prst="roundRect">
            <a:avLst>
              <a:gd name="adj" fmla="val 9375"/>
            </a:avLst>
          </a:prstGeom>
          <a:solidFill>
            <a:srgbClr val="002C5F">
              <a:alpha val="5000"/>
            </a:srgbClr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2971800"/>
            <a:ext cx="0" cy="1219200"/>
          </a:xfrm>
          <a:prstGeom prst="line">
            <a:avLst/>
          </a:prstGeom>
          <a:noFill/>
          <a:ln w="38100">
            <a:solidFill>
              <a:srgbClr val="002C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62300"/>
            <a:ext cx="10726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익스클루시브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505200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편의 사양 및 안전 기능 강화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54102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700" y="4533900"/>
            <a:ext cx="893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캘리그래피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700" y="4876800"/>
            <a:ext cx="5129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최고급 내/외장 디자인 및 최상위 옵션 기본 적용</a:t>
            </a:r>
            <a:endParaRPr lang="en-US" sz="1050" dirty="0"/>
          </a:p>
        </p:txBody>
      </p:sp>
      <p:pic>
        <p:nvPicPr>
          <p:cNvPr id="15" name="Image 0" descr="https://picture-search.skywork.ai/aippt/image/sheet/2318cdbd249f754355acae10550ca5e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0"/>
            <a:ext cx="5410200" cy="1828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24600" y="1447800"/>
            <a:ext cx="55184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 및 등록 비용 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(익스클루시브 트림 기준)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24600" y="1905000"/>
            <a:ext cx="5410200" cy="2905125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553200" y="4195762"/>
            <a:ext cx="4953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24600" y="5038725"/>
            <a:ext cx="5410200" cy="3467100"/>
          </a:xfrm>
          <a:prstGeom prst="roundRect">
            <a:avLst>
              <a:gd name="adj" fmla="val 2198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553200" y="5267325"/>
            <a:ext cx="5052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구매 비용 (익스클루시브 트림)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53200" y="721042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2026-01-03T06:41:05Z</dcterms:created>
  <dcterms:modified xsi:type="dcterms:W3CDTF">2026-01-03T06:41:05Z</dcterms:modified>
</cp:coreProperties>
</file>